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AI-Assisted Exploratory Data Analysis</a:t>
            </a:r>
          </a:p>
          <a:p>
            <a:pPr>
              <a:defRPr sz="2200"/>
            </a:pPr>
            <a:r>
              <a:t>Project question: Can AI speed up EDA without introducing errors?</a:t>
            </a:r>
          </a:p>
          <a:p>
            <a:pPr>
              <a:defRPr sz="2200"/>
            </a:pPr>
            <a:r>
              <a:t>Dataset: Student Mental Health During Online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AI to support EDA planning and notebook code</a:t>
            </a:r>
          </a:p>
          <a:p>
            <a:pPr>
              <a:defRPr sz="2200"/>
            </a:pPr>
            <a:r>
              <a:t>Calculate descriptive statistics and relationships</a:t>
            </a:r>
          </a:p>
          <a:p>
            <a:pPr>
              <a:defRPr sz="2200"/>
            </a:pPr>
            <a:r>
              <a:t>Verify outputs before writing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1,000 records and 10 columns</a:t>
            </a:r>
          </a:p>
          <a:p>
            <a:pPr>
              <a:defRPr sz="2200"/>
            </a:pPr>
            <a:r>
              <a:t>Missing values reported: 0</a:t>
            </a:r>
          </a:p>
          <a:p>
            <a:pPr>
              <a:defRPr sz="2200"/>
            </a:pPr>
            <a:r>
              <a:t>Duplicate rows reported: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level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Medium: 492 students (49.2%)</a:t>
            </a:r>
          </a:p>
          <a:p>
            <a:pPr>
              <a:defRPr sz="2200"/>
            </a:pPr>
            <a:r>
              <a:t>Low: 327 students (32.7%)</a:t>
            </a:r>
          </a:p>
          <a:p>
            <a:pPr>
              <a:defRPr sz="2200"/>
            </a:pPr>
            <a:r>
              <a:t>High: 181 students (18.1%)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anxiety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Yes: 513 students (51.3%)</a:t>
            </a:r>
          </a:p>
          <a:p>
            <a:pPr>
              <a:defRPr sz="2200"/>
            </a:pPr>
            <a:r>
              <a:t>No: 487 students (48.7%)</a:t>
            </a:r>
          </a:p>
          <a:p>
            <a:pPr>
              <a:defRPr sz="2200"/>
            </a:pPr>
            <a:r>
              <a:t>A slight majority reported anxiety before exams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performance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Same: 399 students (39.9%)</a:t>
            </a:r>
          </a:p>
          <a:p>
            <a:pPr>
              <a:defRPr sz="2200"/>
            </a:pPr>
            <a:r>
              <a:t>Improved: 303 students (30.3%)</a:t>
            </a:r>
          </a:p>
          <a:p>
            <a:pPr>
              <a:defRPr sz="2200"/>
            </a:pPr>
            <a:r>
              <a:t>Declined: 298 students (29.8%)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Lifestyle averages by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High stress: screen time 7.06 h/day; sleep 6.47 h; activity 5.15 h/week</a:t>
            </a:r>
          </a:p>
          <a:p>
            <a:pPr>
              <a:defRPr sz="2200"/>
            </a:pPr>
            <a:r>
              <a:t>Low stress: 6.88 h/day; 6.51 h; 4.84 h/week</a:t>
            </a:r>
          </a:p>
          <a:p>
            <a:pPr>
              <a:defRPr sz="2200"/>
            </a:pPr>
            <a:r>
              <a:t>Medium stress: 6.87 h/day; 6.40 h; 5.08 h/week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Age, screen time, sleep, and physical activity correlations range from -0.03 to 0.03</a:t>
            </a:r>
          </a:p>
          <a:p>
            <a:pPr>
              <a:defRPr sz="2200"/>
            </a:pPr>
            <a:r>
              <a:t>The displayed linear relationships are negligible</a:t>
            </a:r>
          </a:p>
          <a:p>
            <a:pPr>
              <a:defRPr sz="2200"/>
            </a:pPr>
            <a:r>
              <a:t>Correlation does not establish causation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helped structure the EDA plan and code ideas</a:t>
            </a:r>
          </a:p>
          <a:p>
            <a:pPr>
              <a:defRPr sz="2200"/>
            </a:pPr>
            <a:r>
              <a:t>Notebook outputs were used for numerical claims</a:t>
            </a:r>
          </a:p>
          <a:p>
            <a:pPr>
              <a:defRPr sz="2200"/>
            </a:pPr>
            <a:r>
              <a:t>Interpretations were kept descriptive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Medium stress was the most common category</a:t>
            </a:r>
          </a:p>
          <a:p>
            <a:pPr>
              <a:defRPr sz="2200"/>
            </a:pPr>
            <a:r>
              <a:t>Exam anxiety was reported by 51.3% of students</a:t>
            </a:r>
          </a:p>
          <a:p>
            <a:pPr>
              <a:defRPr sz="2200"/>
            </a:pPr>
            <a:r>
              <a:t>Lifestyle averages were similar across stress groups</a:t>
            </a:r>
          </a:p>
          <a:p>
            <a:pPr>
              <a:defRPr sz="2200"/>
            </a:pPr>
            <a:r>
              <a:t>Findings describe this dataset; they do not prove cause and effect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